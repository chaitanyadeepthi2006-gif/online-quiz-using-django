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83" d="100"/>
          <a:sy n="83" d="100"/>
        </p:scale>
        <p:origin x="43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179B9-D3D5-4693-8FBA-F2D07CC2AC2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082A7-B3C0-4F87-B3F9-1FD58229C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259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179B9-D3D5-4693-8FBA-F2D07CC2AC2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082A7-B3C0-4F87-B3F9-1FD58229C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629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179B9-D3D5-4693-8FBA-F2D07CC2AC2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082A7-B3C0-4F87-B3F9-1FD58229C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572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179B9-D3D5-4693-8FBA-F2D07CC2AC2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082A7-B3C0-4F87-B3F9-1FD58229C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148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179B9-D3D5-4693-8FBA-F2D07CC2AC2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082A7-B3C0-4F87-B3F9-1FD58229C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663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179B9-D3D5-4693-8FBA-F2D07CC2AC2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082A7-B3C0-4F87-B3F9-1FD58229C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583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179B9-D3D5-4693-8FBA-F2D07CC2AC2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082A7-B3C0-4F87-B3F9-1FD58229C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769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179B9-D3D5-4693-8FBA-F2D07CC2AC2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082A7-B3C0-4F87-B3F9-1FD58229C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956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179B9-D3D5-4693-8FBA-F2D07CC2AC2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082A7-B3C0-4F87-B3F9-1FD58229C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674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179B9-D3D5-4693-8FBA-F2D07CC2AC2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082A7-B3C0-4F87-B3F9-1FD58229C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098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179B9-D3D5-4693-8FBA-F2D07CC2AC2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082A7-B3C0-4F87-B3F9-1FD58229CAD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1852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179B9-D3D5-4693-8FBA-F2D07CC2AC2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082A7-B3C0-4F87-B3F9-1FD58229C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252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179B9-D3D5-4693-8FBA-F2D07CC2AC2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082A7-B3C0-4F87-B3F9-1FD58229CAD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40131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179B9-D3D5-4693-8FBA-F2D07CC2AC2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082A7-B3C0-4F87-B3F9-1FD58229C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965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179B9-D3D5-4693-8FBA-F2D07CC2AC2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082A7-B3C0-4F87-B3F9-1FD58229C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456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179B9-D3D5-4693-8FBA-F2D07CC2AC2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082A7-B3C0-4F87-B3F9-1FD58229C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334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1179B9-D3D5-4693-8FBA-F2D07CC2AC2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B8082A7-B3C0-4F87-B3F9-1FD58229C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472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10" r:id="rId6"/>
    <p:sldLayoutId id="2147483911" r:id="rId7"/>
    <p:sldLayoutId id="2147483912" r:id="rId8"/>
    <p:sldLayoutId id="2147483913" r:id="rId9"/>
    <p:sldLayoutId id="2147483914" r:id="rId10"/>
    <p:sldLayoutId id="2147483915" r:id="rId11"/>
    <p:sldLayoutId id="2147483916" r:id="rId12"/>
    <p:sldLayoutId id="2147483917" r:id="rId13"/>
    <p:sldLayoutId id="2147483918" r:id="rId14"/>
    <p:sldLayoutId id="2147483919" r:id="rId15"/>
    <p:sldLayoutId id="2147483920" r:id="rId16"/>
  </p:sldLayoutIdLst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29725-anime-gir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C3D7D-A152-8D38-F443-E0655BFE4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Quiz Application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3AEEF5-F134-EF92-797A-AE7D504DAB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Django-based Timed Quiz Platform with Instant Scoring</a:t>
            </a:r>
          </a:p>
        </p:txBody>
      </p:sp>
    </p:spTree>
    <p:extLst>
      <p:ext uri="{BB962C8B-B14F-4D97-AF65-F5344CB8AC3E}">
        <p14:creationId xmlns:p14="http://schemas.microsoft.com/office/powerpoint/2010/main" val="6110298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 advTm="14826">
        <p14:vortex dir="r"/>
      </p:transition>
    </mc:Choice>
    <mc:Fallback>
      <p:transition spd="slow" advTm="1482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8E1E9-B825-B14F-241C-C09AA95AF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Full Stack Project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250B9-C159-D75D-5CC8-D6268B024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Presented By: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P. Chaitanya Deepthi </a:t>
            </a:r>
          </a:p>
          <a:p>
            <a:r>
              <a:rPr lang="en-US" b="1" dirty="0"/>
              <a:t>Department:</a:t>
            </a:r>
            <a:r>
              <a:rPr lang="en-US" dirty="0"/>
              <a:t> Computer Science and Engineering(Artificial Intelligence)</a:t>
            </a:r>
          </a:p>
          <a:p>
            <a:r>
              <a:rPr lang="en-US" b="1" dirty="0"/>
              <a:t>College:</a:t>
            </a:r>
            <a:r>
              <a:rPr lang="en-US" dirty="0"/>
              <a:t> </a:t>
            </a:r>
            <a:r>
              <a:rPr lang="en-US" i="1" dirty="0" err="1"/>
              <a:t>Annamacharya</a:t>
            </a:r>
            <a:r>
              <a:rPr lang="en-US" i="1" dirty="0"/>
              <a:t> University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6954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 advTm="4659">
        <p14:vortex dir="r"/>
      </p:transition>
    </mc:Choice>
    <mc:Fallback>
      <p:transition spd="slow" advTm="4659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BD40-D0E1-270A-5A7B-8F7A90058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Overview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EB388-615C-E607-1972-EB0F69123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Online Quiz Application</a:t>
            </a:r>
            <a:r>
              <a:rPr lang="en-US" dirty="0"/>
              <a:t> is a web-based application developed using </a:t>
            </a:r>
            <a:r>
              <a:rPr lang="en-US" b="1" dirty="0"/>
              <a:t>Python Django</a:t>
            </a:r>
            <a:r>
              <a:rPr lang="en-US" dirty="0"/>
              <a:t> that allows users to register, log in, attempt quizzes, and instantly view their scores.</a:t>
            </a:r>
          </a:p>
          <a:p>
            <a:r>
              <a:rPr lang="en-US" dirty="0"/>
              <a:t>The system automates the quiz process, eliminating manual evaluation and providing immediate feedback. It is user-friendly, secure, and suitable for educational institutions and online learning platforms.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191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F3DF5-572E-5390-A8A2-848C0E012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337" y="576349"/>
            <a:ext cx="8596668" cy="1320800"/>
          </a:xfrm>
        </p:spPr>
        <p:txBody>
          <a:bodyPr/>
          <a:lstStyle/>
          <a:p>
            <a:r>
              <a:rPr lang="en-US" b="1" dirty="0"/>
              <a:t>Objectives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28662-D0D0-4F23-EAB8-0166F3565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Develop a secure online quiz platform. </a:t>
            </a:r>
          </a:p>
          <a:p>
            <a:r>
              <a:rPr lang="en-US" dirty="0"/>
              <a:t>Allow users to register and log in securely. </a:t>
            </a:r>
          </a:p>
          <a:p>
            <a:r>
              <a:rPr lang="en-US" dirty="0"/>
              <a:t>Display multiple-choice questions dynamically. </a:t>
            </a:r>
          </a:p>
          <a:p>
            <a:r>
              <a:rPr lang="en-US" dirty="0"/>
              <a:t>Calculate quiz scores automatically. </a:t>
            </a:r>
          </a:p>
          <a:p>
            <a:r>
              <a:rPr lang="en-US" dirty="0"/>
              <a:t>Show correct answers for incorrect responses. </a:t>
            </a:r>
          </a:p>
          <a:p>
            <a:r>
              <a:rPr lang="en-US" dirty="0"/>
              <a:t>Provide an admin panel for managing quiz questions. </a:t>
            </a:r>
          </a:p>
          <a:p>
            <a:r>
              <a:rPr lang="en-US" dirty="0"/>
              <a:t>Reduce manual evaluation and improve learning efficiency.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262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1E687-C477-5C60-700F-1B5611903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-apple-system-body"/>
              </a:rPr>
              <a:t>Project Workflow</a:t>
            </a:r>
            <a:br>
              <a:rPr lang="en-US" b="1" i="0" dirty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1268B-6209-8DF2-6312-6EDB9E8A5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</a:rPr>
              <a:t>                                                          Home</a:t>
            </a:r>
            <a:br>
              <a:rPr lang="en-US" dirty="0"/>
            </a:br>
            <a:r>
              <a:rPr lang="en-US" dirty="0"/>
              <a:t>                                                             </a:t>
            </a:r>
            <a:r>
              <a:rPr lang="en-US" dirty="0">
                <a:effectLst/>
              </a:rPr>
              <a:t>↓</a:t>
            </a:r>
            <a:br>
              <a:rPr lang="en-US" dirty="0"/>
            </a:br>
            <a:r>
              <a:rPr lang="en-US" dirty="0"/>
              <a:t>				                             </a:t>
            </a:r>
            <a:r>
              <a:rPr lang="en-US" dirty="0">
                <a:effectLst/>
              </a:rPr>
              <a:t>Register     </a:t>
            </a:r>
            <a:br>
              <a:rPr lang="en-US" dirty="0"/>
            </a:br>
            <a:r>
              <a:rPr lang="en-US" dirty="0"/>
              <a:t>			                                         </a:t>
            </a:r>
            <a:r>
              <a:rPr lang="en-US" dirty="0">
                <a:effectLst/>
              </a:rPr>
              <a:t>↓</a:t>
            </a:r>
            <a:br>
              <a:rPr lang="en-US" dirty="0"/>
            </a:br>
            <a:r>
              <a:rPr lang="en-US" dirty="0"/>
              <a:t>				                               </a:t>
            </a:r>
            <a:r>
              <a:rPr lang="en-US" dirty="0">
                <a:effectLst/>
              </a:rPr>
              <a:t>Login</a:t>
            </a:r>
            <a:br>
              <a:rPr lang="en-US" dirty="0"/>
            </a:br>
            <a:r>
              <a:rPr lang="en-US" dirty="0"/>
              <a:t>				                                  </a:t>
            </a:r>
            <a:r>
              <a:rPr lang="en-US" dirty="0">
                <a:effectLst/>
              </a:rPr>
              <a:t>↓</a:t>
            </a:r>
            <a:br>
              <a:rPr lang="en-US" dirty="0"/>
            </a:br>
            <a:r>
              <a:rPr lang="en-US" dirty="0"/>
              <a:t>				                            </a:t>
            </a:r>
            <a:r>
              <a:rPr lang="en-US" dirty="0">
                <a:effectLst/>
              </a:rPr>
              <a:t>Start Quiz</a:t>
            </a:r>
            <a:br>
              <a:rPr lang="en-US" dirty="0"/>
            </a:br>
            <a:r>
              <a:rPr lang="en-US" dirty="0"/>
              <a:t>				                                   </a:t>
            </a:r>
            <a:r>
              <a:rPr lang="en-US" dirty="0">
                <a:effectLst/>
              </a:rPr>
              <a:t>↓</a:t>
            </a:r>
            <a:br>
              <a:rPr lang="en-US" dirty="0"/>
            </a:br>
            <a:r>
              <a:rPr lang="en-US" dirty="0"/>
              <a:t>				                        </a:t>
            </a:r>
            <a:r>
              <a:rPr lang="en-US" dirty="0">
                <a:effectLst/>
              </a:rPr>
              <a:t>Answer Questions</a:t>
            </a:r>
            <a:br>
              <a:rPr lang="en-US" dirty="0"/>
            </a:br>
            <a:r>
              <a:rPr lang="en-US" dirty="0"/>
              <a:t>			                  	                      </a:t>
            </a:r>
            <a:r>
              <a:rPr lang="en-US" dirty="0">
                <a:effectLst/>
              </a:rPr>
              <a:t>↓</a:t>
            </a:r>
            <a:br>
              <a:rPr lang="en-US" dirty="0"/>
            </a:br>
            <a:r>
              <a:rPr lang="en-US" dirty="0"/>
              <a:t>			                                  </a:t>
            </a:r>
            <a:r>
              <a:rPr lang="en-US" dirty="0">
                <a:effectLst/>
              </a:rPr>
              <a:t>Submit Quiz</a:t>
            </a:r>
            <a:br>
              <a:rPr lang="en-US" dirty="0"/>
            </a:br>
            <a:r>
              <a:rPr lang="en-US" dirty="0"/>
              <a:t>				                                    </a:t>
            </a:r>
            <a:r>
              <a:rPr lang="en-US" dirty="0">
                <a:effectLst/>
              </a:rPr>
              <a:t>↓</a:t>
            </a:r>
            <a:br>
              <a:rPr lang="en-US" dirty="0"/>
            </a:br>
            <a:r>
              <a:rPr lang="en-US" dirty="0"/>
              <a:t>                                                       </a:t>
            </a:r>
            <a:r>
              <a:rPr lang="en-US" dirty="0">
                <a:effectLst/>
              </a:rPr>
              <a:t>View Result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141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6" presetClass="emp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0CFA6-A4BD-4471-6B5E-2BB05E63E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-apple-system-body"/>
              </a:rPr>
              <a:t>Key Features</a:t>
            </a:r>
            <a:br>
              <a:rPr lang="en-US" b="1" i="0" dirty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77403-87E7-5529-CFB5-ABC862F5F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Secure User Registration &amp; Login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Interactive Multiple  Choice Quiz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JavaScript Countdown Timer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Automatic Score Calculation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Displays Correct &amp; Wrong Answers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Django Admin Panel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SQLite Database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Responsive User Interface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Easy Question Management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819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16438-28EF-8C76-4AF2-53C3B2031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953" y="642850"/>
            <a:ext cx="8596668" cy="1320800"/>
          </a:xfrm>
        </p:spPr>
        <p:txBody>
          <a:bodyPr/>
          <a:lstStyle/>
          <a:p>
            <a:r>
              <a:rPr lang="en-US" b="1" i="0" dirty="0">
                <a:effectLst/>
                <a:latin typeface="-apple-system-body"/>
              </a:rPr>
              <a:t>Future Enhancements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CBD0D-E232-65C6-F808-B523259DB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 Leaderboard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 Quiz Categories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 Quiz History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 User Profile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 Email Notifications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 Certificate Generation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 Mobile-Friendly Design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 Performance Analytics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 AI-Based Question Generator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55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37597-0ABD-6412-C1D6-5AEA1DDE6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-apple-system-body"/>
              </a:rPr>
              <a:t>Conclusion</a:t>
            </a:r>
            <a:br>
              <a:rPr lang="en-US" b="1" i="0" dirty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07D47-CFDB-8C82-249A-3BDEDE3C0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The </a:t>
            </a:r>
            <a:r>
              <a:rPr lang="en-US" b="1" i="0" dirty="0">
                <a:solidFill>
                  <a:srgbClr val="0D0D0D"/>
                </a:solidFill>
                <a:effectLst/>
                <a:latin typeface="-apple-system-body"/>
              </a:rPr>
              <a:t>Online Quiz Application</a:t>
            </a:r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 successfully automates the quiz process using Django. It provides secure authentication, dynamic quiz management, automatic score calculation, and instant result generation.</a:t>
            </a:r>
          </a:p>
          <a:p>
            <a:pPr>
              <a:buNone/>
            </a:pPr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The project demonstrates the use of </a:t>
            </a:r>
            <a:r>
              <a:rPr lang="en-US" b="1" i="0" dirty="0">
                <a:solidFill>
                  <a:srgbClr val="0D0D0D"/>
                </a:solidFill>
                <a:effectLst/>
                <a:latin typeface="-apple-system-body"/>
              </a:rPr>
              <a:t>Python, Django, HTML, CSS, JavaScript, SQLite, and Django Forms</a:t>
            </a:r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, making it an excellent beginner-level Python Full Stack project.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904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9CB89F-15B3-7887-428D-30CB12E6C279}"/>
              </a:ext>
            </a:extLst>
          </p:cNvPr>
          <p:cNvSpPr txBox="1"/>
          <p:nvPr/>
        </p:nvSpPr>
        <p:spPr>
          <a:xfrm>
            <a:off x="3785062" y="3013501"/>
            <a:ext cx="4621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1"/>
                </a:solidFill>
              </a:rPr>
              <a:t>THANK</a:t>
            </a:r>
            <a:r>
              <a:rPr lang="en-US" sz="4800" b="1" dirty="0"/>
              <a:t> </a:t>
            </a:r>
            <a:r>
              <a:rPr lang="en-US" sz="4800" b="1" dirty="0">
                <a:solidFill>
                  <a:schemeClr val="accent1"/>
                </a:solidFill>
              </a:rPr>
              <a:t>YOU!!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5BA795-768D-63BC-C461-16166A87B6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885607" y="2194560"/>
            <a:ext cx="1578143" cy="213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686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1" presetClass="path" presetSubtype="0" accel="50000" decel="5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2.08333E-6 -3.7037E-6 C 2.08333E-6 -0.12592 -0.10899 -0.22777 -0.24362 -0.22777 C -0.37852 -0.22777 -0.48789 -0.12592 -0.48789 -3.7037E-6 C -0.48789 0.1257 -0.37852 0.22801 -0.24362 0.22801 C -0.10899 0.22801 2.08333E-6 0.1257 2.08333E-6 -3.7037E-6 Z " pathEditMode="relative" rAng="5400000" ptsTypes="AAAAA">
                                      <p:cBhvr>
                                        <p:cTn id="2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38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Facet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115</TotalTime>
  <Words>368</Words>
  <Application>Microsoft Office PowerPoint</Application>
  <PresentationFormat>Widescreen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-apple-system-body</vt:lpstr>
      <vt:lpstr>Arial</vt:lpstr>
      <vt:lpstr>Trebuchet MS</vt:lpstr>
      <vt:lpstr>Wingdings 3</vt:lpstr>
      <vt:lpstr>Facet</vt:lpstr>
      <vt:lpstr>Quiz Application</vt:lpstr>
      <vt:lpstr>Python Full Stack Project </vt:lpstr>
      <vt:lpstr>Project Overview </vt:lpstr>
      <vt:lpstr>Objectives </vt:lpstr>
      <vt:lpstr>Project Workflow </vt:lpstr>
      <vt:lpstr>Key Features </vt:lpstr>
      <vt:lpstr>Future Enhancements</vt:lpstr>
      <vt:lpstr>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Janardhan</dc:creator>
  <cp:lastModifiedBy>chaitanyadeepthi2006@gmail.com</cp:lastModifiedBy>
  <cp:revision>2</cp:revision>
  <dcterms:created xsi:type="dcterms:W3CDTF">2026-07-05T06:20:22Z</dcterms:created>
  <dcterms:modified xsi:type="dcterms:W3CDTF">2026-07-05T11:11:28Z</dcterms:modified>
</cp:coreProperties>
</file>